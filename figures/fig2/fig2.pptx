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0000" cy="813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2_A"/>
          <p:cNvSpPr/>
          <p:nvPr/>
        </p:nvSpPr>
        <p:spPr>
          <a:xfrm>
            <a:off x="0" y="0"/>
            <a:ext cx="1872000" cy="1872000"/>
          </a:xfrm>
          <a:prstGeom prst="rect">
            <a:avLst/>
          </a:prstGeom>
          <a:solidFill>
            <a:srgbClr val="D0E8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A
52×52 mm</a:t>
            </a:r>
          </a:p>
        </p:txBody>
      </p:sp>
      <p:sp>
        <p:nvSpPr>
          <p:cNvPr id="3" name="fig2_B"/>
          <p:cNvSpPr/>
          <p:nvPr/>
        </p:nvSpPr>
        <p:spPr>
          <a:xfrm>
            <a:off x="2052000" y="0"/>
            <a:ext cx="1872000" cy="1872000"/>
          </a:xfrm>
          <a:prstGeom prst="rect">
            <a:avLst/>
          </a:prstGeom>
          <a:solidFill>
            <a:srgbClr val="D0F0E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B
52×52 mm</a:t>
            </a:r>
          </a:p>
        </p:txBody>
      </p:sp>
      <p:sp>
        <p:nvSpPr>
          <p:cNvPr id="4" name="fig2_C"/>
          <p:cNvSpPr/>
          <p:nvPr/>
        </p:nvSpPr>
        <p:spPr>
          <a:xfrm>
            <a:off x="4104000" y="0"/>
            <a:ext cx="1836000" cy="1872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C
51×52 mm</a:t>
            </a:r>
          </a:p>
        </p:txBody>
      </p:sp>
      <p:sp>
        <p:nvSpPr>
          <p:cNvPr id="5" name="fig2_D"/>
          <p:cNvSpPr/>
          <p:nvPr/>
        </p:nvSpPr>
        <p:spPr>
          <a:xfrm>
            <a:off x="0" y="2052000"/>
            <a:ext cx="2880000" cy="1980000"/>
          </a:xfrm>
          <a:prstGeom prst="rect">
            <a:avLst/>
          </a:prstGeom>
          <a:solidFill>
            <a:srgbClr val="F0D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D
80×55 mm</a:t>
            </a:r>
          </a:p>
        </p:txBody>
      </p:sp>
      <p:sp>
        <p:nvSpPr>
          <p:cNvPr id="6" name="fig2_E"/>
          <p:cNvSpPr/>
          <p:nvPr/>
        </p:nvSpPr>
        <p:spPr>
          <a:xfrm>
            <a:off x="3060000" y="2052000"/>
            <a:ext cx="2880000" cy="1980000"/>
          </a:xfrm>
          <a:prstGeom prst="rect">
            <a:avLst/>
          </a:prstGeom>
          <a:solidFill>
            <a:srgbClr val="F5F0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E
80×55 mm</a:t>
            </a:r>
          </a:p>
        </p:txBody>
      </p:sp>
      <p:sp>
        <p:nvSpPr>
          <p:cNvPr id="7" name="fig2_F"/>
          <p:cNvSpPr/>
          <p:nvPr/>
        </p:nvSpPr>
        <p:spPr>
          <a:xfrm>
            <a:off x="0" y="4212000"/>
            <a:ext cx="1872000" cy="1872000"/>
          </a:xfrm>
          <a:prstGeom prst="rect">
            <a:avLst/>
          </a:prstGeom>
          <a:solidFill>
            <a:srgbClr val="D0F5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F
52×52 mm</a:t>
            </a:r>
          </a:p>
        </p:txBody>
      </p:sp>
      <p:sp>
        <p:nvSpPr>
          <p:cNvPr id="8" name="fig2_G"/>
          <p:cNvSpPr/>
          <p:nvPr/>
        </p:nvSpPr>
        <p:spPr>
          <a:xfrm>
            <a:off x="2052000" y="4212000"/>
            <a:ext cx="1872000" cy="1872000"/>
          </a:xfrm>
          <a:prstGeom prst="rect">
            <a:avLst/>
          </a:prstGeom>
          <a:solidFill>
            <a:srgbClr val="F5D0D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G
52×52 mm</a:t>
            </a:r>
          </a:p>
        </p:txBody>
      </p:sp>
      <p:sp>
        <p:nvSpPr>
          <p:cNvPr id="9" name="fig2_H"/>
          <p:cNvSpPr/>
          <p:nvPr/>
        </p:nvSpPr>
        <p:spPr>
          <a:xfrm>
            <a:off x="4104000" y="4212000"/>
            <a:ext cx="1836000" cy="1872000"/>
          </a:xfrm>
          <a:prstGeom prst="rect">
            <a:avLst/>
          </a:prstGeom>
          <a:solidFill>
            <a:srgbClr val="E8E8E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H
51×52 mm</a:t>
            </a:r>
          </a:p>
        </p:txBody>
      </p:sp>
      <p:sp>
        <p:nvSpPr>
          <p:cNvPr id="10" name="fig2_I"/>
          <p:cNvSpPr/>
          <p:nvPr/>
        </p:nvSpPr>
        <p:spPr>
          <a:xfrm>
            <a:off x="0" y="6264000"/>
            <a:ext cx="5940000" cy="1872000"/>
          </a:xfrm>
          <a:prstGeom prst="rect">
            <a:avLst/>
          </a:prstGeom>
          <a:solidFill>
            <a:srgbClr val="D8F0D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I
165×52 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