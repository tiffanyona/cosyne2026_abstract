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940000" cy="56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ig1_A"/>
          <p:cNvSpPr/>
          <p:nvPr/>
        </p:nvSpPr>
        <p:spPr>
          <a:xfrm>
            <a:off x="0" y="0"/>
            <a:ext cx="5940000" cy="1368000"/>
          </a:xfrm>
          <a:prstGeom prst="rect">
            <a:avLst/>
          </a:prstGeom>
          <a:solidFill>
            <a:srgbClr val="D0E8F5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333333"/>
                </a:solidFill>
              </a:rPr>
              <a:t>A
165×38 mm</a:t>
            </a:r>
          </a:p>
        </p:txBody>
      </p:sp>
      <p:sp>
        <p:nvSpPr>
          <p:cNvPr id="3" name="fig1_B"/>
          <p:cNvSpPr/>
          <p:nvPr/>
        </p:nvSpPr>
        <p:spPr>
          <a:xfrm>
            <a:off x="0" y="1548000"/>
            <a:ext cx="1872000" cy="1980000"/>
          </a:xfrm>
          <a:prstGeom prst="rect">
            <a:avLst/>
          </a:prstGeom>
          <a:solidFill>
            <a:srgbClr val="D0F0E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333333"/>
                </a:solidFill>
              </a:rPr>
              <a:t>B
52×55 mm</a:t>
            </a:r>
          </a:p>
        </p:txBody>
      </p:sp>
      <p:sp>
        <p:nvSpPr>
          <p:cNvPr id="4" name="fig1_C"/>
          <p:cNvSpPr/>
          <p:nvPr/>
        </p:nvSpPr>
        <p:spPr>
          <a:xfrm>
            <a:off x="2052000" y="1548000"/>
            <a:ext cx="1872000" cy="1980000"/>
          </a:xfrm>
          <a:prstGeom prst="rect">
            <a:avLst/>
          </a:prstGeom>
          <a:solidFill>
            <a:srgbClr val="F5E8D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333333"/>
                </a:solidFill>
              </a:rPr>
              <a:t>C
52×55 mm</a:t>
            </a:r>
          </a:p>
        </p:txBody>
      </p:sp>
      <p:sp>
        <p:nvSpPr>
          <p:cNvPr id="5" name="fig1_D"/>
          <p:cNvSpPr/>
          <p:nvPr/>
        </p:nvSpPr>
        <p:spPr>
          <a:xfrm>
            <a:off x="4104000" y="1548000"/>
            <a:ext cx="1836000" cy="1980000"/>
          </a:xfrm>
          <a:prstGeom prst="rect">
            <a:avLst/>
          </a:prstGeom>
          <a:solidFill>
            <a:srgbClr val="F0D0F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333333"/>
                </a:solidFill>
              </a:rPr>
              <a:t>D
51×55 mm</a:t>
            </a:r>
          </a:p>
        </p:txBody>
      </p:sp>
      <p:sp>
        <p:nvSpPr>
          <p:cNvPr id="6" name="fig1_E"/>
          <p:cNvSpPr/>
          <p:nvPr/>
        </p:nvSpPr>
        <p:spPr>
          <a:xfrm>
            <a:off x="0" y="3708000"/>
            <a:ext cx="1872000" cy="1980000"/>
          </a:xfrm>
          <a:prstGeom prst="rect">
            <a:avLst/>
          </a:prstGeom>
          <a:solidFill>
            <a:srgbClr val="F5F0D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333333"/>
                </a:solidFill>
              </a:rPr>
              <a:t>E
52×55 mm</a:t>
            </a:r>
          </a:p>
        </p:txBody>
      </p:sp>
      <p:sp>
        <p:nvSpPr>
          <p:cNvPr id="7" name="fig1_F"/>
          <p:cNvSpPr/>
          <p:nvPr/>
        </p:nvSpPr>
        <p:spPr>
          <a:xfrm>
            <a:off x="2052000" y="3708000"/>
            <a:ext cx="1872000" cy="1980000"/>
          </a:xfrm>
          <a:prstGeom prst="rect">
            <a:avLst/>
          </a:prstGeom>
          <a:solidFill>
            <a:srgbClr val="D0F5F5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333333"/>
                </a:solidFill>
              </a:rPr>
              <a:t>F
52×55 mm</a:t>
            </a:r>
          </a:p>
        </p:txBody>
      </p:sp>
      <p:sp>
        <p:nvSpPr>
          <p:cNvPr id="8" name="fig1_G"/>
          <p:cNvSpPr/>
          <p:nvPr/>
        </p:nvSpPr>
        <p:spPr>
          <a:xfrm>
            <a:off x="4104000" y="3708000"/>
            <a:ext cx="1836000" cy="1980000"/>
          </a:xfrm>
          <a:prstGeom prst="rect">
            <a:avLst/>
          </a:prstGeom>
          <a:solidFill>
            <a:srgbClr val="F5D0D8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333333"/>
                </a:solidFill>
              </a:rPr>
              <a:t>G
51×55 mm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